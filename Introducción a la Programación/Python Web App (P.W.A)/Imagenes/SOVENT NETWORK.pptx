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57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2/11/2019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 smtClean="0"/>
              <a:t>SOVENT NETWORK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 err="1" smtClean="0"/>
              <a:t>By</a:t>
            </a:r>
            <a:r>
              <a:rPr lang="es-CO" dirty="0" smtClean="0"/>
              <a:t>: Luis Alberto Salazar </a:t>
            </a:r>
            <a:r>
              <a:rPr lang="es-CO" dirty="0" err="1" smtClean="0"/>
              <a:t>gómez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616777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¿Qué es?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Es una </a:t>
            </a:r>
            <a:r>
              <a:rPr lang="es-CO" dirty="0" smtClean="0">
                <a:solidFill>
                  <a:srgbClr val="FFFF00"/>
                </a:solidFill>
              </a:rPr>
              <a:t>aplicación Web </a:t>
            </a:r>
            <a:r>
              <a:rPr lang="es-CO" dirty="0" smtClean="0"/>
              <a:t>diseñada para que los usuarios puedan </a:t>
            </a:r>
            <a:r>
              <a:rPr lang="es-CO" dirty="0" smtClean="0">
                <a:solidFill>
                  <a:schemeClr val="accent6"/>
                </a:solidFill>
              </a:rPr>
              <a:t>interactuar</a:t>
            </a:r>
            <a:r>
              <a:rPr lang="es-CO" dirty="0" smtClean="0"/>
              <a:t> de forma remota en </a:t>
            </a:r>
            <a:r>
              <a:rPr lang="es-CO" dirty="0" smtClean="0">
                <a:solidFill>
                  <a:schemeClr val="accent3"/>
                </a:solidFill>
              </a:rPr>
              <a:t>grupos</a:t>
            </a:r>
            <a:r>
              <a:rPr lang="es-CO" dirty="0" smtClean="0"/>
              <a:t>, los cuales se harán con el fin de </a:t>
            </a:r>
            <a:r>
              <a:rPr lang="es-CO" dirty="0" smtClean="0">
                <a:solidFill>
                  <a:schemeClr val="accent2"/>
                </a:solidFill>
              </a:rPr>
              <a:t>discutir</a:t>
            </a:r>
            <a:r>
              <a:rPr lang="es-CO" dirty="0" smtClean="0"/>
              <a:t> un </a:t>
            </a:r>
            <a:r>
              <a:rPr lang="es-CO" dirty="0" smtClean="0">
                <a:solidFill>
                  <a:schemeClr val="accent5"/>
                </a:solidFill>
              </a:rPr>
              <a:t>evento </a:t>
            </a:r>
            <a:r>
              <a:rPr lang="es-CO" dirty="0" smtClean="0"/>
              <a:t>(cuál, cómo y donde).</a:t>
            </a:r>
          </a:p>
          <a:p>
            <a:endParaRPr lang="es-CO" dirty="0"/>
          </a:p>
          <a:p>
            <a:r>
              <a:rPr lang="es-CO" dirty="0" smtClean="0"/>
              <a:t>También es un </a:t>
            </a:r>
            <a:r>
              <a:rPr lang="es-CO" dirty="0" smtClean="0">
                <a:solidFill>
                  <a:schemeClr val="accent2"/>
                </a:solidFill>
              </a:rPr>
              <a:t>sistema interactivo </a:t>
            </a:r>
            <a:r>
              <a:rPr lang="es-CO" dirty="0" smtClean="0"/>
              <a:t>donde las personas podrán </a:t>
            </a:r>
            <a:r>
              <a:rPr lang="es-CO" dirty="0" smtClean="0">
                <a:solidFill>
                  <a:schemeClr val="accent3"/>
                </a:solidFill>
              </a:rPr>
              <a:t>organizar</a:t>
            </a:r>
            <a:r>
              <a:rPr lang="es-CO" dirty="0" smtClean="0"/>
              <a:t> de forma elaborada una </a:t>
            </a:r>
            <a:r>
              <a:rPr lang="es-CO" dirty="0" smtClean="0">
                <a:solidFill>
                  <a:srgbClr val="FFFF00"/>
                </a:solidFill>
              </a:rPr>
              <a:t>actividad</a:t>
            </a:r>
            <a:r>
              <a:rPr lang="es-CO" dirty="0" smtClean="0"/>
              <a:t> para una fecha especifica. 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39723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192" y="6577"/>
            <a:ext cx="4567615" cy="6851423"/>
          </a:xfrm>
        </p:spPr>
      </p:pic>
    </p:spTree>
    <p:extLst>
      <p:ext uri="{BB962C8B-B14F-4D97-AF65-F5344CB8AC3E}">
        <p14:creationId xmlns:p14="http://schemas.microsoft.com/office/powerpoint/2010/main" val="220604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3001" y="215746"/>
            <a:ext cx="9905998" cy="1478570"/>
          </a:xfrm>
        </p:spPr>
        <p:txBody>
          <a:bodyPr/>
          <a:lstStyle/>
          <a:p>
            <a:r>
              <a:rPr lang="es-CO" dirty="0" smtClean="0"/>
              <a:t>IDEA CONCEPTUAL</a:t>
            </a:r>
            <a:endParaRPr lang="es-CO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1274209"/>
            <a:ext cx="9365519" cy="5268105"/>
          </a:xfrm>
        </p:spPr>
      </p:pic>
    </p:spTree>
    <p:extLst>
      <p:ext uri="{BB962C8B-B14F-4D97-AF65-F5344CB8AC3E}">
        <p14:creationId xmlns:p14="http://schemas.microsoft.com/office/powerpoint/2010/main" val="168532553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196" y="348343"/>
            <a:ext cx="10179350" cy="5725885"/>
          </a:xfrm>
        </p:spPr>
      </p:pic>
    </p:spTree>
    <p:extLst>
      <p:ext uri="{BB962C8B-B14F-4D97-AF65-F5344CB8AC3E}">
        <p14:creationId xmlns:p14="http://schemas.microsoft.com/office/powerpoint/2010/main" val="2104911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147</TotalTime>
  <Words>69</Words>
  <Application>Microsoft Office PowerPoint</Application>
  <PresentationFormat>Panorámica</PresentationFormat>
  <Paragraphs>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Tw Cen MT</vt:lpstr>
      <vt:lpstr>Circuito</vt:lpstr>
      <vt:lpstr>SOVENT NETWORK</vt:lpstr>
      <vt:lpstr>¿Qué es?</vt:lpstr>
      <vt:lpstr>Presentación de PowerPoint</vt:lpstr>
      <vt:lpstr>IDEA CONCEPTUAL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SOVENT NETWORK</dc:title>
  <dc:creator>User</dc:creator>
  <cp:lastModifiedBy>User</cp:lastModifiedBy>
  <cp:revision>5</cp:revision>
  <dcterms:created xsi:type="dcterms:W3CDTF">2019-02-12T01:59:33Z</dcterms:created>
  <dcterms:modified xsi:type="dcterms:W3CDTF">2019-02-12T04:26:53Z</dcterms:modified>
</cp:coreProperties>
</file>